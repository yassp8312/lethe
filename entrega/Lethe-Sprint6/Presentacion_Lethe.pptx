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cf128d4e6844d7" /><Relationship Type="http://schemas.openxmlformats.org/officeDocument/2006/relationships/extended-properties" Target="/docProps/app.xml" Id="Rd5574820825c41a7" /><Relationship Type="http://schemas.openxmlformats.org/officeDocument/2006/relationships/officeDocument" Target="/ppt/presentation.xml" Id="Rb4b55a1d920a42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028867586d4819"/>
  </p:sldMasterIdLst>
  <p:notesMasterIdLst>
    <p:notesMasterId xmlns:r="http://schemas.openxmlformats.org/officeDocument/2006/relationships" r:id="R69069115c80b4a4c"/>
  </p:notesMasterIdLst>
  <p:sldIdLst>
    <p:sldId xmlns:r="http://schemas.openxmlformats.org/officeDocument/2006/relationships" id="256" r:id="R252f70ccd8654929"/>
    <p:sldId xmlns:r="http://schemas.openxmlformats.org/officeDocument/2006/relationships" id="257" r:id="R2d56a6368ec247b1"/>
    <p:sldId xmlns:r="http://schemas.openxmlformats.org/officeDocument/2006/relationships" id="258" r:id="R107a846f38b04c88"/>
    <p:sldId xmlns:r="http://schemas.openxmlformats.org/officeDocument/2006/relationships" id="259" r:id="Rec29ac2f2f7d4110"/>
    <p:sldId xmlns:r="http://schemas.openxmlformats.org/officeDocument/2006/relationships" id="260" r:id="R4697df471776466e"/>
    <p:sldId xmlns:r="http://schemas.openxmlformats.org/officeDocument/2006/relationships" id="261" r:id="R80432993d86145e0"/>
    <p:sldId xmlns:r="http://schemas.openxmlformats.org/officeDocument/2006/relationships" id="262" r:id="R55ad744f09664698"/>
    <p:sldId xmlns:r="http://schemas.openxmlformats.org/officeDocument/2006/relationships" id="263" r:id="R178006509bde4a9e"/>
    <p:sldId xmlns:r="http://schemas.openxmlformats.org/officeDocument/2006/relationships" id="264" r:id="Rd45c128c2858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8e31ab53343b0" /><Relationship Type="http://schemas.openxmlformats.org/officeDocument/2006/relationships/slideMaster" Target="/ppt/slideMasters/slideMaster1.xml" Id="Rf0028867586d4819" /><Relationship Type="http://schemas.openxmlformats.org/officeDocument/2006/relationships/notesMaster" Target="/ppt/notesMasters/notesMaster1.xml" Id="R69069115c80b4a4c" /><Relationship Type="http://schemas.openxmlformats.org/officeDocument/2006/relationships/presProps" Target="/ppt/presProps.xml" Id="R3019e7000ece4124" /><Relationship Type="http://schemas.openxmlformats.org/officeDocument/2006/relationships/tableStyles" Target="/ppt/tableStyles.xml" Id="Rbd863250af9449bb" /><Relationship Type="http://schemas.openxmlformats.org/officeDocument/2006/relationships/slide" Target="/ppt/slides/slide1.xml" Id="R252f70ccd8654929" /><Relationship Type="http://schemas.openxmlformats.org/officeDocument/2006/relationships/slide" Target="/ppt/slides/slide2.xml" Id="R2d56a6368ec247b1" /><Relationship Type="http://schemas.openxmlformats.org/officeDocument/2006/relationships/slide" Target="/ppt/slides/slide3.xml" Id="R107a846f38b04c88" /><Relationship Type="http://schemas.openxmlformats.org/officeDocument/2006/relationships/slide" Target="/ppt/slides/slide4.xml" Id="Rec29ac2f2f7d4110" /><Relationship Type="http://schemas.openxmlformats.org/officeDocument/2006/relationships/slide" Target="/ppt/slides/slide5.xml" Id="R4697df471776466e" /><Relationship Type="http://schemas.openxmlformats.org/officeDocument/2006/relationships/slide" Target="/ppt/slides/slide6.xml" Id="R80432993d86145e0" /><Relationship Type="http://schemas.openxmlformats.org/officeDocument/2006/relationships/slide" Target="/ppt/slides/slide7.xml" Id="R55ad744f09664698" /><Relationship Type="http://schemas.openxmlformats.org/officeDocument/2006/relationships/slide" Target="/ppt/slides/slide8.xml" Id="R178006509bde4a9e" /><Relationship Type="http://schemas.openxmlformats.org/officeDocument/2006/relationships/slide" Target="/ppt/slides/slide9.xml" Id="Rd45c128c2858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f8cd820ade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65896ad7e420a" /><Relationship Type="http://schemas.openxmlformats.org/officeDocument/2006/relationships/notesMaster" Target="/ppt/notesMasters/notesMaster1.xml" Id="Rf9a42396dc4b48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9901a38d9f4bb3" /><Relationship Type="http://schemas.openxmlformats.org/officeDocument/2006/relationships/notesMaster" Target="/ppt/notesMasters/notesMaster1.xml" Id="R9edfd660a9a74c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e322f694e446a" /><Relationship Type="http://schemas.openxmlformats.org/officeDocument/2006/relationships/notesMaster" Target="/ppt/notesMasters/notesMaster1.xml" Id="Rf5c247d6477a46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e1bec11e8145a0" /><Relationship Type="http://schemas.openxmlformats.org/officeDocument/2006/relationships/notesMaster" Target="/ppt/notesMasters/notesMaster1.xml" Id="Rf0c8b21707f54e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d3865945c0432f" /><Relationship Type="http://schemas.openxmlformats.org/officeDocument/2006/relationships/notesMaster" Target="/ppt/notesMasters/notesMaster1.xml" Id="R1091fa26826643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0075ce0d89404a" /><Relationship Type="http://schemas.openxmlformats.org/officeDocument/2006/relationships/notesMaster" Target="/ppt/notesMasters/notesMaster1.xml" Id="R943ce1ee17ec4c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7a367ca36c4b66" /><Relationship Type="http://schemas.openxmlformats.org/officeDocument/2006/relationships/notesMaster" Target="/ppt/notesMasters/notesMaster1.xml" Id="Rccdd512f2db6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0ced594a444063" /><Relationship Type="http://schemas.openxmlformats.org/officeDocument/2006/relationships/notesMaster" Target="/ppt/notesMasters/notesMaster1.xml" Id="Rb812ca1502cb4b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9734bbb8de4c44" /><Relationship Type="http://schemas.openxmlformats.org/officeDocument/2006/relationships/notesMaster" Target="/ppt/notesMasters/notesMaster1.xml" Id="R666bdc8751d9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estado real del proyecto al cierre del Sprint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resultados usan un mismo contenedor con volumen exterior y volumen oculto.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contraseña no pasa por argumentos, archivos, variables de entorno ni registros de Lethe.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decisiones completas se encuentran en docs/DECISIONES.md y en el informe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ayudante desmonta la imagen en un bloque de limpieza incluso cuando falla la operación.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inspección escribe únicamente un script temporal local y el registro bajo LOCALAPPDATA.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identidad debe volver a comprobarse inmediatamente antes de una futura prueba física.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pruebas validan las barreras de Lethe; no sustituyen una auditoría de VeraCrypt.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restauración lógica de una memoria flash no se describe como borrado forense.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9b72a99a843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5f1fe87af4775" /><Relationship Type="http://schemas.openxmlformats.org/officeDocument/2006/relationships/slideLayout" Target="/ppt/slideLayouts/slideLayout1.xml" Id="Re95caf86703c43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5caf86703c43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a4aec9d9a41d1" /><Relationship Type="http://schemas.openxmlformats.org/officeDocument/2006/relationships/notesSlide" Target="/ppt/notesSlides/notesSlide1.xml" Id="R2cd9e166ba6a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47cd8e16b42f4" /><Relationship Type="http://schemas.openxmlformats.org/officeDocument/2006/relationships/notesSlide" Target="/ppt/notesSlides/notesSlide2.xml" Id="R8d9091fdb6e24b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34157e5874cdc" /><Relationship Type="http://schemas.openxmlformats.org/officeDocument/2006/relationships/notesSlide" Target="/ppt/notesSlides/notesSlide3.xml" Id="Refd8f0a0ba094a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87f25f0034015" /><Relationship Type="http://schemas.openxmlformats.org/officeDocument/2006/relationships/notesSlide" Target="/ppt/notesSlides/notesSlide4.xml" Id="R0d2297e5b10946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7981eace8407f" /><Relationship Type="http://schemas.openxmlformats.org/officeDocument/2006/relationships/notesSlide" Target="/ppt/notesSlides/notesSlide5.xml" Id="Rb5522dadb8af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adadb511649bb" /><Relationship Type="http://schemas.openxmlformats.org/officeDocument/2006/relationships/notesSlide" Target="/ppt/notesSlides/notesSlide6.xml" Id="R560415b8daed42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55d5370134709" /><Relationship Type="http://schemas.openxmlformats.org/officeDocument/2006/relationships/notesSlide" Target="/ppt/notesSlides/notesSlide7.xml" Id="R3e5fc2a24e3f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72c6d210c43d9" /><Relationship Type="http://schemas.openxmlformats.org/officeDocument/2006/relationships/notesSlide" Target="/ppt/notesSlides/notesSlide8.xml" Id="Ra65540330f6545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57e4bc1b548f1" /><Relationship Type="http://schemas.openxmlformats.org/officeDocument/2006/relationships/notesSlide" Target="/ppt/notesSlides/notesSlide9.xml" Id="R923c3ae046a846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8926D-2DA9-4C5A-B31C-1DEA8851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61C40-13ED-455D-8320-600CCDBA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PROYECTO LETHE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7C9D2-CABD-4213-A6C2-09E7D724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Almacenamiento cifrado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 negación plausible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E05A4-5A89-422A-A7D8-2429A3E2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Diseño, seguridad y cierre del Sprint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9127C-032D-4D2B-A8A4-49FBFDB9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590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2875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AE5A3-D79E-4191-A4EA-E3CC1E6F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Windows · VeraCrypt · Rust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Componentes gratuitos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8B6C9-AE96-4110-A538-DC9C1F1F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F61A1-182B-41C1-BD03-D3891268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71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7F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14F16-18B2-4EE4-BFFB-A8020E7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29 SEP 2026</a:t>
            </a:r>
          </a:p>
        </p:txBody>
      </p:sp>
    </p:spTree>
    <p:extLst>
      <p:ext uri="{BB962C8B-B14F-4D97-AF65-F5344CB8AC3E}">
        <p14:creationId xmlns:p14="http://schemas.microsoft.com/office/powerpoint/2010/main" val="1111799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700ED-44A1-4CB4-AE8D-8AB5C46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7C980-31F5-470A-A595-2E66FEEB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Una memoria, tres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0D18A-A341-4479-9607-4C5AA867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La contraseña decide el volumen; Lethe no aprende cuál se abrió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CFCF6-87AE-452B-AC15-79A7425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DC978-EE23-4184-9767-87A82BB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E6524-CCB8-4709-B9C4-D61ED221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8B3C0-8410-410B-906E-EFD665D2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 · Contraseña inválida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23E09-E1C3-4A49-9650-E8BC8670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aparece ninguna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hay contador, borrado ni modificación del contenedor.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A6B22-ACD9-425E-984A-282AF76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D8A04-FB06-4269-BCE1-A595EAD8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E7A39-0A88-4808-B5CD-A6C3A71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B · Contraseña señuelo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E6F6F-93BB-46B5-9AAC-A4BED86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exterior con el contenido preparado para mostrarse.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CC83A-6202-41D4-9145-084088D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407C0-2348-4131-8C99-92570C29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56C4B-3C47-4B7F-8D6D-5A2E432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 · Contraseña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B640F-C218-4DE5-96F9-61E01E08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oculto con los datos privados.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6E5E4-BDED-43E0-80D4-E5582EC3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La contraseña se introduce únicamente en el diálogo oficial de VeraCrypt.</a:t>
            </a:r>
          </a:p>
        </p:txBody>
      </p:sp>
    </p:spTree>
    <p:extLst>
      <p:ext uri="{BB962C8B-B14F-4D97-AF65-F5344CB8AC3E}">
        <p14:creationId xmlns:p14="http://schemas.microsoft.com/office/powerpoint/2010/main" val="764143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B0C25-4125-48C9-AA71-E9720E89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3CD48-DE17-4D97-83AE-F1F910D7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Arquitectura y límite de 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F4E3D-92C3-45F6-8EF4-67BD72C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Lethe coordina; VeraCrypt realiza la criptografía y solicita la contraseña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FE876-A704-4ED1-9C81-DAADD386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0A80C-6A5E-400C-AD0D-74F67307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37B60-2F2E-4BF8-BA1A-EF8C4898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94616-B008-4C3D-AED8-B73CFA5C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Acciones y mensajes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ACA8D-0ACF-41A6-86C8-9D714BD5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61C98-A294-45E7-8C90-F99218F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57566-C592-47F1-81F3-826CC5B4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Núcleo 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72D5F-5D62-40E7-A84A-49D93DA1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Estados y validaciones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BCE49-3BC3-4E6E-92FD-87A9165B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9919F-9810-4F29-944D-2D594A08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5961C-9426-4723-881B-841BE1AC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Adaptador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17C95-F478-487D-AFCA-622CCB2C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Invocación segura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1973E-5C52-46F1-BD01-1D023FA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E588F-20C7-4EB4-9C88-85C89C2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102E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09102-6A80-4F61-B9F4-4066EFD1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VeraCrypt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2AE29-5CDC-4795-9EEB-9CC0527B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Cifrado y montaje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AF907-21E3-4055-80A8-40FF331D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6248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9525">
            <a:solidFill>
              <a:srgbClr val="F1C2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CA3B5-183F-45E7-99BA-CCD5BCE6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24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C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8C3A"/>
                </a:solidFill>
                <a:latin typeface="Aptos"/>
                <a:ea typeface="Aptos"/>
                <a:cs typeface="Aptos"/>
              </a:rPr>
              <a:t>Límite clave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B9534-565B-41A4-8286-00320B16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Lethe nunca recibe contraseñas ni intenta identificar el volumen abierto.</a:t>
            </a:r>
          </a:p>
        </p:txBody>
      </p:sp>
    </p:spTree>
    <p:extLst>
      <p:ext uri="{BB962C8B-B14F-4D97-AF65-F5344CB8AC3E}">
        <p14:creationId xmlns:p14="http://schemas.microsoft.com/office/powerpoint/2010/main" val="349232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8918F-1874-4A38-A4C9-E026C4A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F35C8-D7D1-484B-A79A-1881DA76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Decisiones que reducen riesgo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E2650-2B4B-44D5-8A66-2F9C2798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D874F-11B9-42D6-A47D-48EAE383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9D052-D4DB-404F-8AAC-A598994E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9A7AD-8917-4296-BB93-1B5B95AF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VeraCrypt, no criptografía propia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0E740-E135-4863-9835-DB182E98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Se reutiliza un formato auditado y volúmenes ocultos.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F16E7-5E75-4411-8743-2965B03E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D279-3BC3-4E29-B000-5C6FF03A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669EA-A066-4698-B7AD-4737B58B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Solo lectura por defecto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EEBAD-A01B-4F83-A294-82C3C754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Reduce el riesgo de dañar el volumen oculto.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6896A-0642-4B0D-A442-F79FE15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914E5-A400-450C-9A1C-DA1B9562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840D9-AF6F-47E4-B07F-7D740ED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Preparación transaccional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70B50-8A12-446F-A4C0-FD1AFC4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Un paquete incompleto nunca se publica como válido.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FF516-A0A1-4CB8-8BE7-B667E4A3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1BD01-7631-4FA0-9F0B-1947C74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3E4D8-6FCB-4D41-9B84-CB1641B8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Pruebas VHDX antes de USB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014A5-1FCF-4B4A-8382-98AE4D7D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Las operaciones destructivas se aislaron en laboratorio.</a:t>
            </a:r>
          </a:p>
        </p:txBody>
      </p:sp>
    </p:spTree>
    <p:extLst>
      <p:ext uri="{BB962C8B-B14F-4D97-AF65-F5344CB8AC3E}">
        <p14:creationId xmlns:p14="http://schemas.microsoft.com/office/powerpoint/2010/main" val="1360849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C4D8BC-E089-488C-BC3B-463074C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A1A99-1E01-4706-89B2-6480D3C4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con barreras sucesivas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ECE2A-9DB4-447C-B4D7-B02A5655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La implementación destructiva actual acepta únicamente VHD y VHDX locales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E79B7-E1A9-4AFA-B7F0-784A93D7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1860C-CF0F-478F-A38F-7D6BF7D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E92D8-AE94-4FD1-A33E-6C143890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1191C-111A-4E0B-90EA-FFCD15E9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D5F4F-6888-4D8F-ACF3-0F0F7D7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Sin escritura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0587F-4F85-4036-A22D-5648C37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75790-E2B2-4C5B-B216-56360FB7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B80C8-A533-4F44-9059-6F8C0BA4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97BEA-B4B2-4A20-9FC2-D025D005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CF451-6BB2-4E00-805B-05C52CB4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Objetivo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6B685-132F-4BA8-BE6A-F6C8B7A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E07A2-4284-4AD1-90A6-FF2A32DD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7CD90-C784-4C21-9F56-1EE0CE9F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CA5E2-C2D8-4FA7-96C5-D5C85381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Revalidar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D124C-96FD-4549-9540-296AF157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Identidad exacta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5C3A0-BE50-4321-B86F-FE02179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2A008-3292-4A73-931C-13F438A1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7F621-17E9-4106-A0B1-C9950FB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1F064-A836-4C54-BB13-C8A33873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Elevar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238A3-DD55-4B94-8A5C-05C8A946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UAC explícito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BBC8F-F957-47FE-8BE2-72BAD50F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A06D4-7D4C-47E0-A9B6-674AC2BD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CD39C-5DC4-4069-9BC5-800A533E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3A454-3099-497E-A20F-0430FB63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Verificar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A915D-4238-4C0A-BAEA-DE291ABE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GPT · exFAT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98925-D783-4DB7-AF98-AC134E9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9334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5B5B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7D157-58CB-4927-9135-8781CFFD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76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Cualquier diferencia cancela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A8753-A48D-43B6-9FF9-A9182DAE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672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se adivina otro objetivo y ningún número de disco se sustituye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1558996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FB677-0B70-471C-8B47-A2C53B01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1CA64-0CD9-41D1-9992-8F8BB7F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Qué añade el Sprint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FA37-3058-4A57-ACBE-9DA0121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387D4-7BFE-408C-BE8E-D46714D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FF234-37D7-4EA6-A138-18DDBFEA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Inspección USB dirigida por una letra explícita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52F7A-A1FE-45F1-A8BE-28F2729B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CCE3F-F637-4AD2-86F1-32D5BFC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Validación de etiqueta, bus, capacidad, serial y banderas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51EE3-6368-4859-8076-4D4424CD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4129A-126E-45C7-A0B4-DAA5F2F3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Registro local mínimo sin contraseñas ni identidad del dispositivo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BA571-EF7B-4746-9297-A6A37CA2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41B88-93D6-4F17-A5B0-A8A5C97F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Pruebas de rechazo para etiqueta, particiones y disco de 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DDE95-F09C-4046-AC8E-A24471D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A1E66-FF42-48FB-8049-6779FD55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Manual de recuperación, protocolo final e informe de entrega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83955-89B6-4141-AAA6-196577BB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34000"/>
            <a:ext cx="3905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29A27-7481-429C-B435-9228BA6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54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PHYSICAL_EXECUTION=DISABLED</a:t>
            </a:r>
          </a:p>
        </p:txBody>
      </p:sp>
    </p:spTree>
    <p:extLst>
      <p:ext uri="{BB962C8B-B14F-4D97-AF65-F5344CB8AC3E}">
        <p14:creationId xmlns:p14="http://schemas.microsoft.com/office/powerpoint/2010/main" val="3288824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30B03-C22F-4B38-A022-237BB4BD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B6292-D008-4BA0-8569-F027B34C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Memoria candidata verificada sin cambios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572C9-D6E6-4B54-9420-1EA999EE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Instantánea observada el 29 de septiembre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8E9F7-1377-444B-9085-2B8E8720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77411-CC20-4128-8B41-EE9723D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Letra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F7E3E-EE83-44E8-A0FE-683240C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52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F: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8C5E9-9887-4591-8E0F-E46E1E44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C3E89-4669-4A53-9652-E9B5D3E3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Etiqueta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DFBB4-DDF2-417D-A5F5-D7C0FF7C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JORGITO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2C2FD-9E51-4A60-8BDE-371C943D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2E70B-E2EB-426C-9AA4-7E3041CE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851B7-4FB7-4393-A475-A31479BB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14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NTFS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2B6A3-7882-4467-9D07-93C0B50C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CA69B-21AF-40CB-A0F3-996B4FD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Disco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51D2A-8915-4AF1-8B3B-92BD10B9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2 / partición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BE79C-7D2C-43AE-BAF8-CDBCFD4F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F29F8-D832-414D-8B35-CB95E436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Capacidad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36E4F-1A1E-4CB4-977B-2644BF90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52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8 011 120 640 bytes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CA907-983A-427C-9AF1-EEC74EBF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B5546-B7B7-4E62-888F-2839AE20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Bus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CF00D-3561-4A15-A323-82354DD4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USB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1A32C-74C4-410C-A221-3C1064C2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6DA36-CD0A-4EE7-A651-D8FCD6A9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Serial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6ABC2-9ED7-42C5-BDC3-48929CFC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057907B76060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49BEC-0D88-46FF-9394-DA771ECF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2FE90-7D50-4935-8DEE-8E398921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Arranque / sistema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8EE41-6571-40DC-B055-D891F513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95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No / 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D1CF6-21E6-4158-85C6-E872019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3213C-D000-42B9-8F3C-570E30D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A8D2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A052C-0837-452F-87FC-1A3A6B58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816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8164"/>
                </a:solidFill>
                <a:latin typeface="Aptos"/>
                <a:ea typeface="Aptos"/>
                <a:cs typeface="Aptos"/>
              </a:rPr>
              <a:t>READY_FOR_FINAL_TEST  ·  CHANGES=NONE</a:t>
            </a:r>
          </a:p>
        </p:txBody>
      </p:sp>
    </p:spTree>
    <p:extLst>
      <p:ext uri="{BB962C8B-B14F-4D97-AF65-F5344CB8AC3E}">
        <p14:creationId xmlns:p14="http://schemas.microsoft.com/office/powerpoint/2010/main" val="1076493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6640E-B64F-456D-9264-EBA8668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1FF38-4139-4840-B8F1-9CE8853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Evidencia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AF054-6EA9-4F13-ABE3-4ACF13D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41EE1-36CA-4CB5-ADB2-3C6C0F3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FF049-A770-4981-ADA6-DBDB4473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2112A-6EC7-493E-8E38-104F8942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FC8D8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BFE1A-BC89-465D-BF01-48E0B939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20A94-A115-4AC2-BD61-FF38FE5C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2963A-9DF2-407E-A2BB-1B928298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Compilación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9278F-7D36-4A24-9C41-156AA7C5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Release correcto</a:t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Clippy sin advertencias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B331C-0FA7-4A0C-A922-6E27658E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13380-BBE1-4253-ADD7-90DF6E7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50EC4-4A17-4189-B6B4-17DE7FC3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virtual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D87FD-9DA2-4A97-960D-7B6E1EB0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GPT · exFAT · JORGITO</a:t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Imagen desmontada al finalizar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38B64-AC3A-4E4D-ABCB-1F9C5834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661DE-0B29-4CB5-A40E-3A09FEAD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E8C16-025F-4EE8-8FB0-5C4E175E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Fallos controlados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93FA5-5334-42B6-AF41-4FEF99E2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Identidad cambiada, confirmación incorrecta y objetivo externo se cancelan.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9E9A6-9BFA-4C56-8F34-E43D8D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E7AA8-AD9A-4F45-9DAC-967E1E52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795A4-507E-4949-8D00-18A3949D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USB física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E356B-2DCD-4020-BF5B-0F4DC2A5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Inspección aprobada; backend destructivo bloqueado.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C2A7C-47E0-4019-A3A6-9B37480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Límite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DB549-6715-474E-A71F-49DFC24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El binario de desarrollo todavía no tiene firma propia.</a:t>
            </a:r>
          </a:p>
        </p:txBody>
      </p:sp>
    </p:spTree>
    <p:extLst>
      <p:ext uri="{BB962C8B-B14F-4D97-AF65-F5344CB8AC3E}">
        <p14:creationId xmlns:p14="http://schemas.microsoft.com/office/powerpoint/2010/main" val="12754445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4ABE7-1D9A-481A-849C-7F74128A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BF8C2-4F5A-47FA-966E-11C9B698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Siguiente paso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F1951-F7E5-4B37-B2A3-6650B732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Revisar y autorizar la implementación física antes de tocar la memoria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571D0-FC57-407E-BC43-EDDAEF7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012F5-0848-46F8-9B1C-98811EE1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01F64-E764-44D7-8F77-E4169E9C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Confirmar una copia de seguridad y cerrar todos los volúmenes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87220-A075-4721-8432-CE96EAB4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23C22-7C8D-4960-A872-B2FEF73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Revalidar letra, etiqueta, capacidad, bus, serial y banderas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FE992-63CB-4844-95EA-BF1AB43F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76493-F149-4A1D-94D5-11853C2F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Mostrar un plan destructivo y exigir una frase específica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D8125-5FA9-4CDB-B883-F12CAF41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3A94E-41D8-4349-B4A3-CBB1796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Revalidar otra vez dentro del ayudante elevado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11815-B3FB-46B9-A29A-7B172781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4B492-E5DC-4530-A1C3-42208E3C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Cancelar ante cualquier diferencia y verificar la reconexión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B24B1-AB45-4354-9388-0DF780D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E4E83-9A6B-47A3-B354-F0250C96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Hasta entonces, F: permanece intacta</a:t>
            </a:r>
          </a:p>
        </p:txBody>
      </p:sp>
    </p:spTree>
    <p:extLst>
      <p:ext uri="{BB962C8B-B14F-4D97-AF65-F5344CB8AC3E}">
        <p14:creationId xmlns:p14="http://schemas.microsoft.com/office/powerpoint/2010/main" val="1847455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2026-09-29T20:35:45.1050000Z</dcterms:created>
  <dcterms:modified xsi:type="dcterms:W3CDTF">2026-09-29T20:35:45.1060000Z</dcterms:modified>
</coreProperties>
</file>