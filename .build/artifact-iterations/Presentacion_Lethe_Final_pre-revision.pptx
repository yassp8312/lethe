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6e7972e2a469c" /><Relationship Type="http://schemas.openxmlformats.org/officeDocument/2006/relationships/extended-properties" Target="/docProps/app.xml" Id="Rbfe32f1b54f74db2" /><Relationship Type="http://schemas.openxmlformats.org/officeDocument/2006/relationships/officeDocument" Target="/ppt/presentation.xml" Id="R7d5a9b140063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6590aad7b747da"/>
  </p:sldMasterIdLst>
  <p:notesMasterIdLst>
    <p:notesMasterId xmlns:r="http://schemas.openxmlformats.org/officeDocument/2006/relationships" r:id="R87d0e64262bd4c8a"/>
  </p:notesMasterIdLst>
  <p:sldIdLst>
    <p:sldId xmlns:r="http://schemas.openxmlformats.org/officeDocument/2006/relationships" id="256" r:id="R624561a5d11f4059"/>
    <p:sldId xmlns:r="http://schemas.openxmlformats.org/officeDocument/2006/relationships" id="257" r:id="R427f382379e849b1"/>
    <p:sldId xmlns:r="http://schemas.openxmlformats.org/officeDocument/2006/relationships" id="258" r:id="R66eb08d28c564470"/>
    <p:sldId xmlns:r="http://schemas.openxmlformats.org/officeDocument/2006/relationships" id="259" r:id="Re9a9b4b69de0494a"/>
    <p:sldId xmlns:r="http://schemas.openxmlformats.org/officeDocument/2006/relationships" id="260" r:id="R299f4a902ad44c57"/>
    <p:sldId xmlns:r="http://schemas.openxmlformats.org/officeDocument/2006/relationships" id="261" r:id="R14791870e29b41b6"/>
    <p:sldId xmlns:r="http://schemas.openxmlformats.org/officeDocument/2006/relationships" id="262" r:id="Rcc90904b135f4a3a"/>
    <p:sldId xmlns:r="http://schemas.openxmlformats.org/officeDocument/2006/relationships" id="263" r:id="Raeba9372b1404bea"/>
    <p:sldId xmlns:r="http://schemas.openxmlformats.org/officeDocument/2006/relationships" id="264" r:id="Rfa5b07f9012440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3666e8928247bd" /><Relationship Type="http://schemas.openxmlformats.org/officeDocument/2006/relationships/slideMaster" Target="/ppt/slideMasters/slideMaster1.xml" Id="Re46590aad7b747da" /><Relationship Type="http://schemas.openxmlformats.org/officeDocument/2006/relationships/notesMaster" Target="/ppt/notesMasters/notesMaster1.xml" Id="R87d0e64262bd4c8a" /><Relationship Type="http://schemas.openxmlformats.org/officeDocument/2006/relationships/presProps" Target="/ppt/presProps.xml" Id="R6e606ee090994f94" /><Relationship Type="http://schemas.openxmlformats.org/officeDocument/2006/relationships/tableStyles" Target="/ppt/tableStyles.xml" Id="R77d4a78fd8334c7a" /><Relationship Type="http://schemas.openxmlformats.org/officeDocument/2006/relationships/slide" Target="/ppt/slides/slide1.xml" Id="R624561a5d11f4059" /><Relationship Type="http://schemas.openxmlformats.org/officeDocument/2006/relationships/slide" Target="/ppt/slides/slide2.xml" Id="R427f382379e849b1" /><Relationship Type="http://schemas.openxmlformats.org/officeDocument/2006/relationships/slide" Target="/ppt/slides/slide3.xml" Id="R66eb08d28c564470" /><Relationship Type="http://schemas.openxmlformats.org/officeDocument/2006/relationships/slide" Target="/ppt/slides/slide4.xml" Id="Re9a9b4b69de0494a" /><Relationship Type="http://schemas.openxmlformats.org/officeDocument/2006/relationships/slide" Target="/ppt/slides/slide5.xml" Id="R299f4a902ad44c57" /><Relationship Type="http://schemas.openxmlformats.org/officeDocument/2006/relationships/slide" Target="/ppt/slides/slide6.xml" Id="R14791870e29b41b6" /><Relationship Type="http://schemas.openxmlformats.org/officeDocument/2006/relationships/slide" Target="/ppt/slides/slide7.xml" Id="Rcc90904b135f4a3a" /><Relationship Type="http://schemas.openxmlformats.org/officeDocument/2006/relationships/slide" Target="/ppt/slides/slide8.xml" Id="Raeba9372b1404bea" /><Relationship Type="http://schemas.openxmlformats.org/officeDocument/2006/relationships/slide" Target="/ppt/slides/slide9.xml" Id="Rfa5b07f90124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110b63e59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f7101d37b45ec" /><Relationship Type="http://schemas.openxmlformats.org/officeDocument/2006/relationships/notesMaster" Target="/ppt/notesMasters/notesMaster1.xml" Id="Rc1248e67bf3f4e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3fa4929a95423b" /><Relationship Type="http://schemas.openxmlformats.org/officeDocument/2006/relationships/notesMaster" Target="/ppt/notesMasters/notesMaster1.xml" Id="Ra5b33d8dc865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a48421b54a46b2" /><Relationship Type="http://schemas.openxmlformats.org/officeDocument/2006/relationships/notesMaster" Target="/ppt/notesMasters/notesMaster1.xml" Id="R7a27d6f213ba48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a2c7edd33940f0" /><Relationship Type="http://schemas.openxmlformats.org/officeDocument/2006/relationships/notesMaster" Target="/ppt/notesMasters/notesMaster1.xml" Id="R70914dee0fa243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f5ca47326946a2" /><Relationship Type="http://schemas.openxmlformats.org/officeDocument/2006/relationships/notesMaster" Target="/ppt/notesMasters/notesMaster1.xml" Id="R9ab2935a052d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dd75167e1d46c1" /><Relationship Type="http://schemas.openxmlformats.org/officeDocument/2006/relationships/notesMaster" Target="/ppt/notesMasters/notesMaster1.xml" Id="Rc7ffacfd0fba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854f2047ad4cc2" /><Relationship Type="http://schemas.openxmlformats.org/officeDocument/2006/relationships/notesMaster" Target="/ppt/notesMasters/notesMaster1.xml" Id="R6c0db59187304e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0f40631ba6417f" /><Relationship Type="http://schemas.openxmlformats.org/officeDocument/2006/relationships/notesMaster" Target="/ppt/notesMasters/notesMaster1.xml" Id="R4ff2e20eefb24d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58e5ef6ace4aa0" /><Relationship Type="http://schemas.openxmlformats.org/officeDocument/2006/relationships/notesMaster" Target="/ppt/notesMasters/notesMaster1.xml" Id="Rc8eb06f2761a45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estado final validado al cierre del Sprint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resultados usan un mismo contenedor con volumen exterior y volumen oculto.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contraseña no pasa por argumentos, archivos, variables de entorno ni registros de Lethe.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decisiones completas se encuentran en docs/DECISIONES.md y en el informe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ayudante elevado vuelve a resolver y verificar el objetivo antes de cualquier escritura.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contraseña exterior y la oculta se introdujeron directamente en VeraCrypt; Lethe nunca las recibió.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letra y el número de disco cambiaron al reconectar; el serial permaneció 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pruebas validan las barreras de Lethe; no sustituyen una auditoría de VeraCrypt.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restauración lógica de una memoria flash no se describe como borrado forense.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74923dd724e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fde8f221c64fab" /><Relationship Type="http://schemas.openxmlformats.org/officeDocument/2006/relationships/slideLayout" Target="/ppt/slideLayouts/slideLayout1.xml" Id="R757487ca2f05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7487ca2f05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d467a84634a53" /><Relationship Type="http://schemas.openxmlformats.org/officeDocument/2006/relationships/notesSlide" Target="/ppt/notesSlides/notesSlide1.xml" Id="R38827d89700d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76e993fd84b23" /><Relationship Type="http://schemas.openxmlformats.org/officeDocument/2006/relationships/notesSlide" Target="/ppt/notesSlides/notesSlide2.xml" Id="Rf7a0feb598904c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c09afa7cb478e" /><Relationship Type="http://schemas.openxmlformats.org/officeDocument/2006/relationships/notesSlide" Target="/ppt/notesSlides/notesSlide3.xml" Id="Rdeeb9b26aba64f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976dfa55747d3" /><Relationship Type="http://schemas.openxmlformats.org/officeDocument/2006/relationships/notesSlide" Target="/ppt/notesSlides/notesSlide4.xml" Id="R2c6e5f3669e94f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4e65d86ac4d1f" /><Relationship Type="http://schemas.openxmlformats.org/officeDocument/2006/relationships/notesSlide" Target="/ppt/notesSlides/notesSlide5.xml" Id="Ra6441bc8cfb04a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616e0dc584e9d" /><Relationship Type="http://schemas.openxmlformats.org/officeDocument/2006/relationships/notesSlide" Target="/ppt/notesSlides/notesSlide6.xml" Id="R104684a826d74a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f0cc9bbb94f3a" /><Relationship Type="http://schemas.openxmlformats.org/officeDocument/2006/relationships/notesSlide" Target="/ppt/notesSlides/notesSlide7.xml" Id="Reff419e61a4248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8f6e8563a4f9d" /><Relationship Type="http://schemas.openxmlformats.org/officeDocument/2006/relationships/notesSlide" Target="/ppt/notesSlides/notesSlide8.xml" Id="R2edfc05703484e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a3328a1b34e37" /><Relationship Type="http://schemas.openxmlformats.org/officeDocument/2006/relationships/notesSlide" Target="/ppt/notesSlides/notesSlide9.xml" Id="Rf91fef6e1fc242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9ECC9-2C81-41CB-B177-4D241FBA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DF617-1A52-44D8-8D84-FF63C21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PROYECTO LETHE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FF069-F845-4F74-A5F1-D9E7B739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Almacenamiento cifrado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 negación plausible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DDE52-839A-4BBF-A550-50072ED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Diseño, seguridad y cierre del Sprint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0DEC7-0827-4B95-A9B5-831EEEC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590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2875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1962F-7DAF-4BA8-BC35-AB79479A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Windows · VeraCrypt · Rust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Componentes gratuitos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7116C-1A01-4955-A79C-EDF6BA3A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E21DE-3B28-44A6-B876-2F4A713C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71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7F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F3FA9-689F-4234-B83A-5DE02305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29 SEP 2026</a:t>
            </a:r>
          </a:p>
        </p:txBody>
      </p:sp>
    </p:spTree>
    <p:extLst>
      <p:ext uri="{BB962C8B-B14F-4D97-AF65-F5344CB8AC3E}">
        <p14:creationId xmlns:p14="http://schemas.microsoft.com/office/powerpoint/2010/main" val="994302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92565-6A65-4394-ADFF-079CB835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6F8FC-64C2-47FD-8D72-E15EBCCF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Una memoria, tres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CCE72-A646-4FC9-BA1B-E77B8183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La contraseña decide el volumen; Lethe no aprende cuál se abrió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F6A0A-8884-4815-B15B-591155B1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4D271-E369-464C-9A91-2AE5B5EC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CF49D-B06C-4063-BC54-998A8F7C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1DEAE-8B48-45F5-9AE6-DA40802F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 · Contraseña inválida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604F2-5F67-40EE-8B48-F219C344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aparece ninguna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hay contador, borrado ni modificación del contenedor.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482BF-4908-42BC-98D4-E825DD8D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01EEB-9055-42EC-B47B-83A79E33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65634-6647-4D58-A030-6EEBFF6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B · Contraseña señuelo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1B970-77ED-4E9A-A4B1-4C0B5016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exterior con el contenido preparado para mostrarse.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404E1-A70B-4A5A-8A0F-0BE69156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F5905-1B2F-47C2-BF29-4CEB86C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4DB23-2BDC-445C-BAB0-65241BD2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 · Contraseña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9BE32-B2E5-43CA-83EB-7F9A69B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oculto con los datos privados.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6286D-9B87-44AA-A597-D36AF2D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La contraseña se introduce únicamente en el diálogo oficial de VeraCrypt.</a:t>
            </a:r>
          </a:p>
        </p:txBody>
      </p:sp>
    </p:spTree>
    <p:extLst>
      <p:ext uri="{BB962C8B-B14F-4D97-AF65-F5344CB8AC3E}">
        <p14:creationId xmlns:p14="http://schemas.microsoft.com/office/powerpoint/2010/main" val="1491440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86BE1-AB95-4906-997C-072E10C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4787C-5EED-495E-8D22-94FC2204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Arquitectura y límite de 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009A0-A2DA-4AAE-B023-15F4F88F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Lethe coordina; VeraCrypt realiza la criptografía y solicita la contraseña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FC001-89E9-4078-AAEE-47F2C45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44D96-3163-4F62-984B-2E8B85A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2F0E3-A2EA-4356-B2E4-F361B928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4977B-ED78-49CA-9F92-6CFDBE9B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Acciones y mensajes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A62DB-9405-4472-85D8-07873B5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83184-93E6-4EBB-AD36-E7284CA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00A06-4777-46B3-B855-E9E0C678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Núcleo 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75B5E-BB1E-442F-B929-6F764A07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Estados y validaciones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D8827-4170-4E0A-8000-0BA5E68C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D388D-D3B6-46C9-B87C-2D2FD1A1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E6EA1-2DBF-46E5-B754-25223A0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Adaptador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52438-7969-490F-8AE4-7FAEB793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Invocación segura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308ED-ED90-419F-A85E-A500CCF5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B2432-E98C-48A3-822B-A99C50F0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102E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FF92C-C65A-4953-BCF8-205BBB97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VeraCrypt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C540B-1446-4387-A77F-ED99F8D5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Cifrado y montaje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1DF89-4F31-4C4C-BEED-F67A325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6248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9525">
            <a:solidFill>
              <a:srgbClr val="F1C2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24E9E-531F-4091-BB1B-93AE844C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24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C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8C3A"/>
                </a:solidFill>
                <a:latin typeface="Aptos"/>
                <a:ea typeface="Aptos"/>
                <a:cs typeface="Aptos"/>
              </a:rPr>
              <a:t>Límite clave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B68A1-C358-4A0C-B509-7BF2576D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Lethe nunca recibe contraseñas ni intenta identificar el volumen abierto.</a:t>
            </a:r>
          </a:p>
        </p:txBody>
      </p:sp>
    </p:spTree>
    <p:extLst>
      <p:ext uri="{BB962C8B-B14F-4D97-AF65-F5344CB8AC3E}">
        <p14:creationId xmlns:p14="http://schemas.microsoft.com/office/powerpoint/2010/main" val="2060031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97001-CA7D-4B86-B2EB-B5E3A143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49C71-D817-4DF4-BDDF-9CC8978C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Decisiones que reducen riesgo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4D9CA-3D6C-4543-90FE-AE83532C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C31CC-E0A2-471B-AA3A-990C20F2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3A86D-7ABF-45B6-9B07-5796483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F5972-7C60-4D6C-976F-BA7F1B57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VeraCrypt, no criptografía propia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8B5F6-53BC-49DC-9DCB-653CB81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Se reutiliza un formato auditado y volúmenes ocultos.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8CAFB-3CEB-41F6-8965-93A60E9B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BEE2B-EAFE-4B56-B6BF-16B83478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AA035-7A05-4AF8-AE38-1295F526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Solo lectura por defecto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DB2D8-BAFF-49A3-909F-7795CA7F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Reduce el riesgo de dañar el volumen oculto.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20CD2-E034-4301-943A-3A37803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E0C50-7C2D-44F1-A252-70DAA3E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017B5-1DBD-4D4A-BA06-F0BAB69D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Preparación transaccional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864A8-EB74-4FE5-B79F-EDE3CC99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Un paquete incompleto nunca se publica como válido.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B83BB-498C-44C4-90AC-2D67AA03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1A5DC-048B-41A8-B274-16EAA75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69890-6129-4864-AD7A-09D56331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Pruebas VHDX antes de USB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EAFAD-65CA-4CAE-860A-9477C1DC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Las operaciones destructivas se aislaron en laboratorio.</a:t>
            </a:r>
          </a:p>
        </p:txBody>
      </p:sp>
    </p:spTree>
    <p:extLst>
      <p:ext uri="{BB962C8B-B14F-4D97-AF65-F5344CB8AC3E}">
        <p14:creationId xmlns:p14="http://schemas.microsoft.com/office/powerpoint/2010/main" val="1532355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7D72CD-29AE-4E9E-92C7-9B06F168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40031-A8EE-465E-ADAC-D024979B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con barreras sucesivas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A991A-86DB-4B7A-B46C-843A672F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El mismo patrón protege VHD/VHDX y la USB física autorizada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8F25-B793-40ED-9D1D-51C32600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8518F-679A-4927-8D07-8078D3C3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7E2EC-5DD2-435E-9D5C-EF729C74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4AC15-17AD-4499-A13F-FAE6496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68C27-74B4-435E-903D-5EE91C2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Sin escritura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A2160-9AC8-487D-95C5-5C2E385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6B220-17B6-41B5-9799-6D28A7B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8E401-DB5E-45F7-A45A-04AED443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97C55-FEC7-4913-A131-A605D75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00DE8-0B9F-439E-9291-A8088952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Objetivo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EC1FC-CF49-4C9E-A592-6D65ADF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1A0D9-5F2A-4878-AA5B-14906F91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F6286-F27F-4448-9A98-69B45555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8FE3C-757B-43E9-8D33-979D0B02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Revalidar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76514-A2F0-474C-BC44-DC2A663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Identidad exacta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09F81-9CBF-40CF-8213-5B97FA98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D05D3-642E-4D0D-A33F-59CFC74D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8F1CB-B266-49B7-A824-CCBAA427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C57D5-59F9-49D3-91F5-DE25CD4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Elevar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6E8B3-32B0-4A48-9450-E5BEE46D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UAC explícito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86997-4FB7-4D04-8059-4E6A2277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0BD70-2F3A-4070-AC7B-5031402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2731E-14AE-45C8-91AE-C195CE76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2C499-5F30-4483-916D-5904AC3D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Verificar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B971A1-DF37-4C74-BAB6-A4E42D5D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GPT · exFAT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CE9EC-8ADB-4239-86DA-A603346D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9334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5B5B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AB4EC2-0018-4D2F-8F89-22BDA9BA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76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Cualquier diferencia cancela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673FC9-43A1-4FAB-B319-E461EC22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672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se adivina otro objetivo y ningún número de disco se sustituye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362144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3FCC8-E844-4CAC-8876-430E0449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8426-FDC1-453F-8260-B911C511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Qué completa el Sprint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E6E4B-5930-4041-A5D0-2ED8EB27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F2722-C769-44CB-B5BA-E65B5522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731D6-1D36-4BB0-8199-E4C00336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Restauración física dirigida por una letra explícita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BF607-8A74-430D-910F-3E3B1B02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52EA2-FC5E-4535-839D-CE2C5CAC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Identidad exacta: etiqueta, bus, capacidad, serial y banderas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F3635-FD06-4AE7-A527-F92A591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993B9-4E8C-4577-B614-C02A051E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Doble confirmación y nueva validación dentro del ayudante elevado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FFB12-9502-4F69-95F4-2236CF7E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F85A0-BB35-4CED-877E-70888C0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Corrección segura de estados RAW o MBR vacío antes de crear GPT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CC4BD-06C0-4C3D-AA94-D58E031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2EEED-5579-4AF2-ACF9-73B250D5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Reconexión final verificada con la memoria nuevamente convencional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1F163-446B-48F0-B4F1-852CD947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34000"/>
            <a:ext cx="3905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E7BC3-A7A1-45B0-8FAA-70967557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54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CICLO FÍSICO COMPLETADO</a:t>
            </a:r>
          </a:p>
        </p:txBody>
      </p:sp>
    </p:spTree>
    <p:extLst>
      <p:ext uri="{BB962C8B-B14F-4D97-AF65-F5344CB8AC3E}">
        <p14:creationId xmlns:p14="http://schemas.microsoft.com/office/powerpoint/2010/main" val="2089506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E19766-F51D-4EC3-A7D8-DE7C6AA3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15FBB-EC7C-4884-BF84-135F1613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JORGITO restaurada y saludable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171FC-B371-4CEE-BACC-62DF57C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Estado observado después de reconectar el 29 de septiembre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A6189-BEBE-4FAA-BA15-D830F323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DD2D8-36DE-48B5-A1B4-027D160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Letra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F631C-0BBE-4C2E-B81C-BF23CA30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52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38875-75F4-4478-87F4-3595FA3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8C5BA-2A3D-4A34-B801-5F241FAA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Etiqueta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CA514-A55A-4D2B-9046-046E5B6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JORGITO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D8D39-7ACC-4497-89AB-E53EF9D8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85856-ADE2-43F0-A778-7D84BC4F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D6C50-965D-451D-A98F-50A09271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14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exFAT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AB21C-8D27-410E-91A7-8200C4C0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65C77-EFD5-40A2-8B54-CE694D9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Disco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17C30-22A7-4B27-9676-03EB6551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1 / partición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82347-7D01-4302-863D-0E0942B2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4C6BE-1E69-4DEB-A4BF-D42D2C9B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Capacidad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3EF29-08F4-4122-8B28-FE51E491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52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8 011 120 640 bytes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6C319-E0E1-4133-B891-5A6286F1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BC188-1A55-45C6-AABA-CBD09F82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Bus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51DAA-47D5-409B-8555-4A204504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USB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D7DD5-BAF1-4BA6-96BB-5CD7D2A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CA346-140E-4C8C-BDA3-D950633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Serial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26382-8E7B-4A34-B367-BA6E941B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057907B76060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2E6ED-5409-42BC-B060-E28179C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C9B11-5924-4990-9752-FFC5E27A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Arranque / sistema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8FC18-FAB8-4544-9BF4-92D7502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95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No / 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D2CB62-C58D-4DA0-83C1-202F2A63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AFA11-86C4-4793-A4CA-52808FCA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A8D2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3309F-A023-4BC9-B8BE-7544E60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816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8164"/>
                </a:solidFill>
                <a:latin typeface="Aptos"/>
                <a:ea typeface="Aptos"/>
                <a:cs typeface="Aptos"/>
              </a:rPr>
              <a:t>GPT  ·  VOLUMEN SALUDABLE  ·  CICLO COMPLETO</a:t>
            </a:r>
          </a:p>
        </p:txBody>
      </p:sp>
    </p:spTree>
    <p:extLst>
      <p:ext uri="{BB962C8B-B14F-4D97-AF65-F5344CB8AC3E}">
        <p14:creationId xmlns:p14="http://schemas.microsoft.com/office/powerpoint/2010/main" val="410435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9563B-A024-49D5-8B71-2DF15DB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96780-57DE-426E-A7E9-A6963B7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Evidencia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A2273-DA6C-46A2-A165-EDDA9B07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6F538-8AE2-485D-BDA8-31D4016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10A12-6EB2-4ECB-B6D9-A1CB2BB8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DEC8A-10C4-44FE-8C88-15152C79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FC8D8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80EBA-7A27-4977-96D6-6C3B43BE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3D40F-0DC8-4000-BD08-F7893853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768D7-4E15-49A9-8800-F024C79D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Compilación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D9B56-936F-45E2-B1C1-480727AD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Release correcto</a:t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Clippy sin advertencias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55F6A-53CE-4899-8080-479E614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4F1F2-595C-4B00-B8FA-EDE30585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953D9-B159-4E2F-B8CE-C60F7B68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virtual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3A7AE-3063-449F-B01A-6D73461C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GPT · exFAT · JORGITO</a:t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Imagen desmontada al finalizar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8F471-EF72-4B06-AA46-D0613189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608EC-B928-4C1D-942F-8030B30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81B2E-EAD8-475D-9CFE-E2FC277E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Fallos controlados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1063F-1FEC-4319-86E5-63DA9527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Identidad cambiada, confirmación incorrecta y objetivo externo se cancelan.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C8B80-2DCD-4EE0-B1EF-073C62C0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BF791-E8C4-4F53-AEC1-011035F4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7A25E-8D7D-400C-BA1C-F7A2AF3B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USB física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387AA-206C-40C8-AE37-8DE221A1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Cifrado, montaje, desmontaje, restauración y reconexión aprobados.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82F2B-B065-4307-BA8A-F1BBD6E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Límite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D1DE10-453D-4FCE-85C6-ED5D5FBE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El binario de desarrollo todavía no tiene firma propia.</a:t>
            </a:r>
          </a:p>
        </p:txBody>
      </p:sp>
    </p:spTree>
    <p:extLst>
      <p:ext uri="{BB962C8B-B14F-4D97-AF65-F5344CB8AC3E}">
        <p14:creationId xmlns:p14="http://schemas.microsoft.com/office/powerpoint/2010/main" val="1641668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57FC0-021A-4F0F-85FC-C336F421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68B29-0B38-4903-ADC8-597F17E0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Resultado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0DEB9-5462-486B-AC03-AA59DCDD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El objetivo funcional del proyecto quedó validado de extremo a extremo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E3761-7BC9-406F-84DB-B8794D27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3A7E1-68BF-4330-B545-E06CA3F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8B196-9DAD-4003-A5AF-9BEBD3CC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Tres resultados: contraseña inválida, señuelo exterior y volumen oculto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8E0B3-510E-4B82-9748-64A6FCFA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35F0F-8A64-40B2-A34D-970BF5F3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Lethe mantiene las contraseñas fuera de sus procesos y registros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CBDD8-3B27-4DE4-99DE-4F48DCB0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55467-D639-42AA-87EE-D2E59B3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 escritura permanece deshabilitada por defecto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7630E-0A9F-47A3-8C06-9D34BADF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C3FF0-FE7B-4326-99F6-3DF3099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 restauración física cancela ante cualquier diferencia de identidad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E5F63-5282-4363-99A1-8DF39DF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2F480-DAC6-4FC9-AC47-C9FD423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Firma de código y auditoría externa quedan como mejoras opcionales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C2D73-E196-48EB-9C49-88F5702A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9EB22-BFAB-46ED-8E9F-52CABA0E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JORGITO volvió a E: como GPT / exFAT</a:t>
            </a:r>
          </a:p>
        </p:txBody>
      </p:sp>
    </p:spTree>
    <p:extLst>
      <p:ext uri="{BB962C8B-B14F-4D97-AF65-F5344CB8AC3E}">
        <p14:creationId xmlns:p14="http://schemas.microsoft.com/office/powerpoint/2010/main" val="938299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2026-09-29T22:27:10.9950000Z</dcterms:created>
  <dcterms:modified xsi:type="dcterms:W3CDTF">2026-09-29T22:27:10.9950000Z</dcterms:modified>
</coreProperties>
</file>