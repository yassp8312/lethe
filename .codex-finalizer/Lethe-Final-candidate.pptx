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e1717d9811454e" /><Relationship Type="http://schemas.openxmlformats.org/officeDocument/2006/relationships/extended-properties" Target="/docProps/app.xml" Id="R76fb452af8e946cd" /><Relationship Type="http://schemas.openxmlformats.org/officeDocument/2006/relationships/officeDocument" Target="/ppt/presentation.xml" Id="Rfd86b3e7125d47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2f24a8e672498d"/>
  </p:sldMasterIdLst>
  <p:notesMasterIdLst>
    <p:notesMasterId xmlns:r="http://schemas.openxmlformats.org/officeDocument/2006/relationships" r:id="R0d1659a1e96b4c1d"/>
  </p:notesMasterIdLst>
  <p:sldIdLst>
    <p:sldId xmlns:r="http://schemas.openxmlformats.org/officeDocument/2006/relationships" id="256" r:id="R70dabb0d5fa24cdd"/>
    <p:sldId xmlns:r="http://schemas.openxmlformats.org/officeDocument/2006/relationships" id="257" r:id="R57a138503a3448fb"/>
    <p:sldId xmlns:r="http://schemas.openxmlformats.org/officeDocument/2006/relationships" id="258" r:id="R00d021da3a764f20"/>
    <p:sldId xmlns:r="http://schemas.openxmlformats.org/officeDocument/2006/relationships" id="259" r:id="R4dcefb1f1de94336"/>
    <p:sldId xmlns:r="http://schemas.openxmlformats.org/officeDocument/2006/relationships" id="260" r:id="R200c231d24de4ea3"/>
    <p:sldId xmlns:r="http://schemas.openxmlformats.org/officeDocument/2006/relationships" id="261" r:id="Rd9e86f7f33d14e06"/>
    <p:sldId xmlns:r="http://schemas.openxmlformats.org/officeDocument/2006/relationships" id="262" r:id="R0ffe9f0c2d144e46"/>
    <p:sldId xmlns:r="http://schemas.openxmlformats.org/officeDocument/2006/relationships" id="263" r:id="Rf102986e521c4cc5"/>
    <p:sldId xmlns:r="http://schemas.openxmlformats.org/officeDocument/2006/relationships" id="264" r:id="R46a33bc87e494a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ba37be97794893" /><Relationship Type="http://schemas.openxmlformats.org/officeDocument/2006/relationships/slideMaster" Target="/ppt/slideMasters/slideMaster1.xml" Id="R402f24a8e672498d" /><Relationship Type="http://schemas.openxmlformats.org/officeDocument/2006/relationships/notesMaster" Target="/ppt/notesMasters/notesMaster1.xml" Id="R0d1659a1e96b4c1d" /><Relationship Type="http://schemas.openxmlformats.org/officeDocument/2006/relationships/presProps" Target="/ppt/presProps.xml" Id="R565ebc4610e44e33" /><Relationship Type="http://schemas.openxmlformats.org/officeDocument/2006/relationships/tableStyles" Target="/ppt/tableStyles.xml" Id="R5727d58212f147a4" /><Relationship Type="http://schemas.openxmlformats.org/officeDocument/2006/relationships/slide" Target="/ppt/slides/slide1.xml" Id="R70dabb0d5fa24cdd" /><Relationship Type="http://schemas.openxmlformats.org/officeDocument/2006/relationships/slide" Target="/ppt/slides/slide2.xml" Id="R57a138503a3448fb" /><Relationship Type="http://schemas.openxmlformats.org/officeDocument/2006/relationships/slide" Target="/ppt/slides/slide3.xml" Id="R00d021da3a764f20" /><Relationship Type="http://schemas.openxmlformats.org/officeDocument/2006/relationships/slide" Target="/ppt/slides/slide4.xml" Id="R4dcefb1f1de94336" /><Relationship Type="http://schemas.openxmlformats.org/officeDocument/2006/relationships/slide" Target="/ppt/slides/slide5.xml" Id="R200c231d24de4ea3" /><Relationship Type="http://schemas.openxmlformats.org/officeDocument/2006/relationships/slide" Target="/ppt/slides/slide6.xml" Id="Rd9e86f7f33d14e06" /><Relationship Type="http://schemas.openxmlformats.org/officeDocument/2006/relationships/slide" Target="/ppt/slides/slide7.xml" Id="R0ffe9f0c2d144e46" /><Relationship Type="http://schemas.openxmlformats.org/officeDocument/2006/relationships/slide" Target="/ppt/slides/slide8.xml" Id="Rf102986e521c4cc5" /><Relationship Type="http://schemas.openxmlformats.org/officeDocument/2006/relationships/slide" Target="/ppt/slides/slide9.xml" Id="R46a33bc87e494a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ea50ee7dd846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49f6b482b14f11" /><Relationship Type="http://schemas.openxmlformats.org/officeDocument/2006/relationships/notesMaster" Target="/ppt/notesMasters/notesMaster1.xml" Id="R79870791b0a04d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d3080780c54aed" /><Relationship Type="http://schemas.openxmlformats.org/officeDocument/2006/relationships/notesMaster" Target="/ppt/notesMasters/notesMaster1.xml" Id="R87751dbf81344d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1c3141bd854a93" /><Relationship Type="http://schemas.openxmlformats.org/officeDocument/2006/relationships/notesMaster" Target="/ppt/notesMasters/notesMaster1.xml" Id="Racfbba22171b45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84cf7aa9bd4811" /><Relationship Type="http://schemas.openxmlformats.org/officeDocument/2006/relationships/notesMaster" Target="/ppt/notesMasters/notesMaster1.xml" Id="Ra716c21675b449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9176f515b44179" /><Relationship Type="http://schemas.openxmlformats.org/officeDocument/2006/relationships/notesMaster" Target="/ppt/notesMasters/notesMaster1.xml" Id="Rc440f29f10e843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695752e7704249" /><Relationship Type="http://schemas.openxmlformats.org/officeDocument/2006/relationships/notesMaster" Target="/ppt/notesMasters/notesMaster1.xml" Id="R12ca953aebdd46d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54ebc17dc84ef7" /><Relationship Type="http://schemas.openxmlformats.org/officeDocument/2006/relationships/notesMaster" Target="/ppt/notesMasters/notesMaster1.xml" Id="R2b027449c6494d8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29ad45243f44ae1" /><Relationship Type="http://schemas.openxmlformats.org/officeDocument/2006/relationships/notesMaster" Target="/ppt/notesMasters/notesMaster1.xml" Id="R034ef99458974ce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a727ae9dfa546ed" /><Relationship Type="http://schemas.openxmlformats.org/officeDocument/2006/relationships/notesMaster" Target="/ppt/notesMasters/notesMaster1.xml" Id="R8fdbabca269547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Presentación del release final validado el 29 de septiembre de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tres resultados usan un mismo contenedor con volumen exterior y volumen oculto.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contraseña no pasa por argumentos, archivos, variables de entorno ni registros de Lethe.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decisiones completas se encuentran en docs/DECISIONES.md y en el informe técnico.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ayudante elevado vuelve a resolver y verificar el objetivo antes de cualquier escritura.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cierre corrigió el panel, el lanzador y la sincronización del release sin modificar las contraseñas.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letra física puede cambiar. Lethe vuelve a detectar una única carpeta válida y mantiene L: como unidad cifrada.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pruebas automáticas y la aceptación manual cubren el release final.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entrega final conserva como límites la ausencia de firma propia y de auditoría externa.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0a4b60c42947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9ba989bcec4b4f" /><Relationship Type="http://schemas.openxmlformats.org/officeDocument/2006/relationships/slideLayout" Target="/ppt/slideLayouts/slideLayout1.xml" Id="R6984e675b2c14c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84e675b2c14c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de153238e541c5" /><Relationship Type="http://schemas.openxmlformats.org/officeDocument/2006/relationships/notesSlide" Target="/ppt/notesSlides/notesSlide1.xml" Id="R80f83c2254db4b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c29dc78d3b46d7" /><Relationship Type="http://schemas.openxmlformats.org/officeDocument/2006/relationships/notesSlide" Target="/ppt/notesSlides/notesSlide2.xml" Id="R4c503d9e4ff848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eb231c634c4c0a" /><Relationship Type="http://schemas.openxmlformats.org/officeDocument/2006/relationships/notesSlide" Target="/ppt/notesSlides/notesSlide3.xml" Id="R26b220256e3249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8ea30e63b24389" /><Relationship Type="http://schemas.openxmlformats.org/officeDocument/2006/relationships/notesSlide" Target="/ppt/notesSlides/notesSlide4.xml" Id="R66f583730d6149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2a36a5be7145a1" /><Relationship Type="http://schemas.openxmlformats.org/officeDocument/2006/relationships/notesSlide" Target="/ppt/notesSlides/notesSlide5.xml" Id="Rd80c5833a8494d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22bf55d4ee423c" /><Relationship Type="http://schemas.openxmlformats.org/officeDocument/2006/relationships/notesSlide" Target="/ppt/notesSlides/notesSlide6.xml" Id="R2e88f21d6ccf45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67aeafbc1b4756" /><Relationship Type="http://schemas.openxmlformats.org/officeDocument/2006/relationships/notesSlide" Target="/ppt/notesSlides/notesSlide7.xml" Id="R677cb692286c48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40e1e1ea1743a0" /><Relationship Type="http://schemas.openxmlformats.org/officeDocument/2006/relationships/notesSlide" Target="/ppt/notesSlides/notesSlide8.xml" Id="R6f395dee7c7c47f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a703f3823642b5" /><Relationship Type="http://schemas.openxmlformats.org/officeDocument/2006/relationships/notesSlide" Target="/ppt/notesSlides/notesSlide9.xml" Id="Rb6f480e5c48e41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E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F21F82-6BFB-4375-9196-E0CE14AD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EBF58C-7501-4FA7-84CD-D1BCF920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01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FC8D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FC8D8"/>
                </a:solidFill>
                <a:latin typeface="Aptos"/>
                <a:ea typeface="Aptos"/>
                <a:cs typeface="Aptos"/>
              </a:rPr>
              <a:t>PROYECTO LETHE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A236D3-AD7A-48D4-8BE6-6488E162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9700"/>
            <a:ext cx="7810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Almacenamiento cifrado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 negación plausible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7C5093-E28A-4CB3-981A-9273FA0C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Diseño, seguridad y cierre final del proyecto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9AFEA8-341E-4806-B760-1BDF01CC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362450"/>
            <a:ext cx="590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73E57"/>
          </a:solidFill>
          <a:ln xmlns:a="http://schemas.openxmlformats.org/drawingml/2006/main" w="9525">
            <a:solidFill>
              <a:srgbClr val="28759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AFE0EE-0569-4FC0-8B6C-8A432154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529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Windows · VeraCrypt · Rust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Componentes gratuitos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3C0D20-9AC7-4DE0-BE60-1E7E4119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1430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6F0A77-8B15-4528-91E4-1B6C1EF6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5716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E44"/>
          </a:solidFill>
          <a:ln xmlns:a="http://schemas.openxmlformats.org/drawingml/2006/main" w="9525">
            <a:solidFill>
              <a:srgbClr val="7FC8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DF544F-CBA3-4DC6-ADBB-9B1ECC87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289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7FC8D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FC8D8"/>
                </a:solidFill>
                <a:latin typeface="Aptos"/>
                <a:ea typeface="Aptos"/>
                <a:cs typeface="Aptos"/>
              </a:rPr>
              <a:t>29 SEP 2026</a:t>
            </a:r>
          </a:p>
        </p:txBody>
      </p:sp>
    </p:spTree>
    <p:extLst>
      <p:ext uri="{BB962C8B-B14F-4D97-AF65-F5344CB8AC3E}">
        <p14:creationId xmlns:p14="http://schemas.microsoft.com/office/powerpoint/2010/main" val="14385117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E0CA77-F9E1-4BAC-9F67-A0A65360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ECFCFC-89FB-4C76-9191-4429E9A3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Una memoria, tres resultados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D78928-E03D-4EF5-99E4-75565A5A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87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La contraseña decide el volumen sin revelar a Lethe cuál se abrió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84AC32-2EBE-4C90-88C2-7F9D4C2B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7291EB-7D43-4077-8501-352F12BB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4C7A43-0373-426C-9202-BB5E5080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176977-81C2-4195-A014-788C5636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Caso A  Contraseña inválida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4CDC98-5D73-4D6B-BBFB-5F6ECB17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8765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No aparece ninguna unidad.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No hay contador, borrado ni modificación del contenedor.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4FF015-213A-4F47-AF72-C4257F9F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CFF9C6-C70F-440E-8D6F-5971B47F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C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95D4B6-5C96-49C8-B9F4-F583DAFE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01930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Caso B  Contraseña señuelo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115DAB-0D3B-461B-AAC4-C73902C4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457450"/>
            <a:ext cx="28765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VeraCrypt monta el volumen exterior con el contenido preparado para mostrarse.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CCAD42-6CE2-4819-9835-38341477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2F0BEB-4089-4925-9F00-7B778A1E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1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1EC593-FBD4-40EB-806B-04D88506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1930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Caso C  Contraseña real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80B0D7-CFFF-4D20-9702-2AA53E8D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57450"/>
            <a:ext cx="28765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VeraCrypt monta el volumen oculto con los datos privados.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0382CD-BE56-4410-B478-929FF944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197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La contraseña se introduce únicamente en el diálogo oficial de VeraCrypt.</a:t>
            </a:r>
          </a:p>
        </p:txBody>
      </p:sp>
    </p:spTree>
    <p:extLst>
      <p:ext uri="{BB962C8B-B14F-4D97-AF65-F5344CB8AC3E}">
        <p14:creationId xmlns:p14="http://schemas.microsoft.com/office/powerpoint/2010/main" val="1428296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DB20EB-29D8-42C7-8FA7-F129CACA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E89D6F-8992-4C3D-9540-1B543B07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Arquitectura y límite de confianza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7788BA-BDA3-4668-9BDF-CFE74410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87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Lethe coordina y VeraCrypt realiza la criptografía y solicita la contraseña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90610A-BFDF-4EC0-BA85-7BDC5C22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93820F-D7EC-4947-A65F-A62078AE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3CD366-7025-4DDF-A7F2-86584AC7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Panel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40433B-A454-42D0-82C9-2C86FAE1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9560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Acciones y mensajes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79BA3F-54F7-4268-AB56-D06A4023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05100"/>
            <a:ext cx="3238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D0F004-F8E0-4A31-93F2-FE883A0C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9075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FAE5A0-B7BB-4ECF-AA31-58ED0874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003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Núcleo Rust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09C363-8F68-438B-8CC2-95F3BC55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9560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Estados y validaciones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979F6C-2E57-4386-B0CF-E1622F98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705100"/>
            <a:ext cx="3238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B92FC0-A3EA-4DCE-A9BA-D3CFB562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9075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F2AA52-CC66-4342-A39C-656FB0E6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003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Adaptador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F9665D-FE15-4DF2-A058-D66AFC4A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9560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Invocación segura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FB8560-6941-4422-AA10-B10EE3BF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05100"/>
            <a:ext cx="3238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48994B-DC06-4CF1-A526-A4F6416E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E44"/>
          </a:solidFill>
          <a:ln xmlns:a="http://schemas.openxmlformats.org/drawingml/2006/main" w="9525">
            <a:solidFill>
              <a:srgbClr val="102E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4265C1-59AF-4CAC-BE84-9EB84074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003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VeraCrypt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96A4BB-9CC9-4B06-B46C-C539E53D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9560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Cifrado y montaje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80F828-4D8C-46EF-9FEC-D524AEA8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324350"/>
            <a:ext cx="62484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4E9"/>
          </a:solidFill>
          <a:ln xmlns:a="http://schemas.openxmlformats.org/drawingml/2006/main" w="9525">
            <a:solidFill>
              <a:srgbClr val="F1C28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FB3DA3-879B-4CF2-A9A1-279C2575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5243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78C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78C3A"/>
                </a:solidFill>
                <a:latin typeface="Aptos"/>
                <a:ea typeface="Aptos"/>
                <a:cs typeface="Aptos"/>
              </a:rPr>
              <a:t>Límite clave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7A09C7-3777-4D3D-B1A3-50E431F3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767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Lethe nunca recibe contraseñas ni intenta identificar el volumen abierto.</a:t>
            </a:r>
          </a:p>
        </p:txBody>
      </p:sp>
    </p:spTree>
    <p:extLst>
      <p:ext uri="{BB962C8B-B14F-4D97-AF65-F5344CB8AC3E}">
        <p14:creationId xmlns:p14="http://schemas.microsoft.com/office/powerpoint/2010/main" val="16224587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3B4925-1C33-4A8C-95B0-F141746C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63BB99-21AA-45E2-AB72-73DE53F3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Decisiones que reducen riesgo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8CA63-979E-48A2-84EE-C6FA688C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78C216-0D33-4BCC-B536-D1779A6D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238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4AF1AA-6286-493C-9052-3D44AF18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2EE0C1-4FF5-4A74-903E-3CB2148B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3830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VeraCrypt, no criptografía propia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97BC21-B157-40E3-B093-3227D375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4781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Se reutiliza un formato auditado y volúmenes ocultos.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CFCB81-49EC-4CE0-AE08-57AD0464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28750"/>
            <a:ext cx="5238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210D9C-519E-48C1-B9C6-04BC3254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287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1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09AF6C-0F72-4780-BF51-7531FF9E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3830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Solo lectura por defecto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4669D7-9CD7-4483-B8FA-D5529F95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4781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Reduce el riesgo de dañar el volumen oculto.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367716-5053-4D97-885F-685A6514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5238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7E247B-DB0D-47F7-A082-75896216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80F907-046D-4626-AC39-1FCBE8F2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Preparación transaccional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CE8A3D-5670-4A4A-A40E-ABBAF0BA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4781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Un paquete incompleto nunca se publica como válido.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772FC1-9446-4E20-93DE-73054DDF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14750"/>
            <a:ext cx="5238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96B1E7-0BBB-44BF-8A80-2705EAA8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147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896311-68B2-42AA-A34E-BCCED0DB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2430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Pruebas VHDX antes de USB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791FFC-F1B5-4613-9C76-2FA9ED12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62450"/>
            <a:ext cx="4781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Las operaciones destructivas se aislaron en laboratorio.</a:t>
            </a:r>
          </a:p>
        </p:txBody>
      </p:sp>
    </p:spTree>
    <p:extLst>
      <p:ext uri="{BB962C8B-B14F-4D97-AF65-F5344CB8AC3E}">
        <p14:creationId xmlns:p14="http://schemas.microsoft.com/office/powerpoint/2010/main" val="7489276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BD2D38-43B9-49C7-844C-0C7957EA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D3C877-4503-44EB-9D46-61B9F46E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Restauración con barreras sucesivas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079383-39ED-496D-99B9-F62BBB4B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87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El mismo patrón protege VHD/VHDX y la USB física autorizada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0CE9FD-7127-46BE-9C14-644D9568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010128-FC44-45F1-983B-13E0610B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764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718BD9-0AA5-47A1-9AA3-C48189CF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907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4D300A-AC65-43BB-BE24-E6A4178B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6D767F-4E86-4998-A032-E842B61E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Sin escritura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B8F306-DAB0-4DA9-9119-C8CD086E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828800"/>
            <a:ext cx="400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095C13-000B-4FB7-B686-8D63040F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764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82CFFC-F7E0-49A9-BB7D-28A406CD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7907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196449-A648-4EF3-AF2B-AAE2A1F7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336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Confirmar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4FF93C-E219-48BD-B5EF-3BC950FB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527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Objetivo visible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1FE77B-F7A9-4D44-91DE-D5968E33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828800"/>
            <a:ext cx="400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47581C-5CA6-415C-BC18-C6272434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6764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736655-9DC3-430D-B743-CA3AC77C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907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F8B0FF-3736-45D9-BFA7-7025BE12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336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Revalidar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4714B6-E4B7-45B9-9759-6F81562D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527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Identidad exacta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5E94C2-B599-4997-BCEB-FA5D1297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828800"/>
            <a:ext cx="400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E3112A-7D2D-4806-BE7A-781F3BE8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764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E43C2B-39A7-4A07-911C-D67D1C94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907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1CA713-7053-42CE-800B-CCC1F05D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336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Elevar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324D72-7E6A-4835-AE91-17C32E32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527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UAC explícito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6878E5-1752-4231-91AB-6D05BBF4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28800"/>
            <a:ext cx="400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350828-BC3A-469B-B7C9-EE2A9A3C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6764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1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8CB8B3-42A4-40F7-AD61-F1B807E1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7907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988DBD-C513-46BC-84B1-ED1E6560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336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Verificar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C823E3-CB56-4ADF-A08C-DCF4CA94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GPT · exFAT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2B6744-FC89-4F6F-AC9C-AF3EA0F8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48125"/>
            <a:ext cx="933450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9525">
            <a:solidFill>
              <a:srgbClr val="E5B5B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C7E03E-B42F-403F-8A5A-8B41D864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2767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84C4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84C4C"/>
                </a:solidFill>
                <a:latin typeface="Aptos"/>
                <a:ea typeface="Aptos"/>
                <a:cs typeface="Aptos"/>
              </a:rPr>
              <a:t>Cualquier diferencia cancela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058A04-4225-4796-B20A-D68D5BA7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66725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No se adivina otro objetivo y ningún número de disco se sustituye automáticamente.</a:t>
            </a:r>
          </a:p>
        </p:txBody>
      </p:sp>
    </p:spTree>
    <p:extLst>
      <p:ext uri="{BB962C8B-B14F-4D97-AF65-F5344CB8AC3E}">
        <p14:creationId xmlns:p14="http://schemas.microsoft.com/office/powerpoint/2010/main" val="19970059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B502A4-1534-49CD-A216-86253F36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30B900-0E00-47E0-8BE2-2DA88293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Cierre del producto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00F0B-AC1A-4C74-AFF6-B12584F9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40D5A4-3D49-48A6-96A2-ACA116F0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84963A-774F-4957-A6B1-73ED86F0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524000"/>
            <a:ext cx="9486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Panel con estado real, actualización manual y acceso directo a L: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9D9EEF-9EB6-459E-93A4-898125FD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D5CA45-2163-479D-BB14-0C350863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28850"/>
            <a:ext cx="9486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Desmontaje verificado aunque VeraCrypt no refresque su ventana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7AA128-BABD-4ABF-BB8E-A8606A6E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FB75A5-C2F6-4A68-A926-6B6B02D2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33700"/>
            <a:ext cx="9486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Redetección de JORGITO cuando Windows cambia la letra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109240-5D48-4243-93AD-BC34C1AD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38887E-D6AB-4A85-8B10-098D2CAF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9486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Lanzador desacoplado de la USB y rutas normalizadas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872CFA-64DF-45A2-8E6D-D00176CE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EF0768-C274-40D2-B7CF-C1BD0A59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43400"/>
            <a:ext cx="9486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Release final sincronizado en staging y en la memoria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2EC4D7-6CCF-4BA5-898B-2D9202C2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334000"/>
            <a:ext cx="3905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D81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D9D8F4-0A94-4DCF-8826-C72AD2DB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505450"/>
            <a:ext cx="358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RELEASE FINAL VALIDADO</a:t>
            </a:r>
          </a:p>
        </p:txBody>
      </p:sp>
    </p:spTree>
    <p:extLst>
      <p:ext uri="{BB962C8B-B14F-4D97-AF65-F5344CB8AC3E}">
        <p14:creationId xmlns:p14="http://schemas.microsoft.com/office/powerpoint/2010/main" val="943630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969B46-FE4D-470E-B0A9-FAA625CB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B02F3B-BA2A-4608-9E1C-8C9412DB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JORGITO preparada para uso cifrado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63555D-4EB9-4A27-A1E5-8EF7C037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87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Estado final validado el 29 de septiembre de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1AA209-66B4-4D1A-8A34-68C5CC2A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17A7C7-671D-4900-A8F8-41414871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A6971"/>
                </a:solidFill>
                <a:latin typeface="Aptos"/>
                <a:ea typeface="Aptos"/>
                <a:cs typeface="Aptos"/>
              </a:rPr>
              <a:t>Letra física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55C884-520C-4F5F-9F8B-D0AEDF97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5525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E: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43FC7A-C893-4E1A-9BCF-BF974DF6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476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26CAE1-C196-479A-9D79-0C896921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526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A6971"/>
                </a:solidFill>
                <a:latin typeface="Aptos"/>
                <a:ea typeface="Aptos"/>
                <a:cs typeface="Aptos"/>
              </a:rPr>
              <a:t>Etiqueta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3BEB27-EC73-4CB3-9DD5-BDC7B5BA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3336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JORGITO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C3604F-D3A5-410C-AC27-EEE58046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476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C0CBB4-564C-4395-B64E-8221BE6D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37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A6971"/>
                </a:solidFill>
                <a:latin typeface="Aptos"/>
                <a:ea typeface="Aptos"/>
                <a:cs typeface="Aptos"/>
              </a:rPr>
              <a:t>Sistema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58B4B2-7316-4E25-9BFE-A6391D0C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1146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exFAT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93F566-DF4F-45FF-B3D1-6ADF755D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476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3DA43D-451E-42F9-B79A-4F0365B9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147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A6971"/>
                </a:solidFill>
                <a:latin typeface="Aptos"/>
                <a:ea typeface="Aptos"/>
                <a:cs typeface="Aptos"/>
              </a:rPr>
              <a:t>Contenedor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5E7B28-A50E-4F2C-8603-629F3948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8957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vault.hc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E45DBD-569A-490C-BE77-4934B042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62450"/>
            <a:ext cx="476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8C170C-E445-4075-9F8F-C03DD356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716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A6971"/>
                </a:solidFill>
                <a:latin typeface="Aptos"/>
                <a:ea typeface="Aptos"/>
                <a:cs typeface="Aptos"/>
              </a:rPr>
              <a:t>Capacidad física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44C0F7-0A53-453B-981E-E72AF915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525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8,01 GB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7E9C3-7CEC-4866-94D7-C813F010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19300"/>
            <a:ext cx="476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25F3EA-14EA-4027-9E6A-C7C6346E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526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A6971"/>
                </a:solidFill>
                <a:latin typeface="Aptos"/>
                <a:ea typeface="Aptos"/>
                <a:cs typeface="Aptos"/>
              </a:rPr>
              <a:t>Tamaño contenedor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97F5AE-4231-459C-9836-9870F6FF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336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6 GiB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2B7E4C-D68D-42F9-B7EE-B4F6A2C6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00350"/>
            <a:ext cx="476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5A67E2-2209-43ED-AC3A-2A974BB8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337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A6971"/>
                </a:solidFill>
                <a:latin typeface="Aptos"/>
                <a:ea typeface="Aptos"/>
                <a:cs typeface="Aptos"/>
              </a:rPr>
              <a:t>Unidad cifrada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942671-82D8-4B8B-887A-E8FF87E0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146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L: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7505FD-E1BF-4EA1-A1C8-7581B66C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81400"/>
            <a:ext cx="476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84061F-1C48-4343-883B-D70B9B07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147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A6971"/>
                </a:solidFill>
                <a:latin typeface="Aptos"/>
                <a:ea typeface="Aptos"/>
                <a:cs typeface="Aptos"/>
              </a:rPr>
              <a:t>Estado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09A432-A53E-4C32-8ACB-1EDA4C3A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957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Disponible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93BC14-DDCA-444C-B64D-1099E79C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62450"/>
            <a:ext cx="476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D276CA-3CA6-4875-8829-9AF049A7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95875"/>
            <a:ext cx="8572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6F0"/>
          </a:solidFill>
          <a:ln xmlns:a="http://schemas.openxmlformats.org/drawingml/2006/main" w="9525">
            <a:solidFill>
              <a:srgbClr val="A8D2B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708B44-907D-46DC-BBFB-158BC803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86375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2D816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D8164"/>
                </a:solidFill>
                <a:latin typeface="Aptos"/>
                <a:ea typeface="Aptos"/>
                <a:cs typeface="Aptos"/>
              </a:rPr>
              <a:t>RELEASE FINAL / CONTENEDOR LISTO / PRUEBAS APROBADAS</a:t>
            </a:r>
          </a:p>
        </p:txBody>
      </p:sp>
    </p:spTree>
    <p:extLst>
      <p:ext uri="{BB962C8B-B14F-4D97-AF65-F5344CB8AC3E}">
        <p14:creationId xmlns:p14="http://schemas.microsoft.com/office/powerpoint/2010/main" val="1506053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79D443-576D-47D9-8C0A-50446C32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A64523-915B-48DD-88CC-6F5B00F2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Evidencia de calidad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C33F94-B359-4613-9227-0691107F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0D4416-0B46-45AE-A161-A712F55E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3002AD-7E59-4366-A230-0E411973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57375"/>
            <a:ext cx="1371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C9A569-EFD4-49C5-A946-1EFFD367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7FC8D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7FC8D8"/>
                </a:solidFill>
                <a:latin typeface="Aptos"/>
                <a:ea typeface="Aptos"/>
                <a:cs typeface="Aptos"/>
              </a:rPr>
              <a:t>pruebas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9056C2-92AE-409B-844A-C73B91CE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28750"/>
            <a:ext cx="3714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F7DD8B-3315-495F-BDCF-5EBF451B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287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1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D87322-8E60-4A96-A753-26D3325D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638300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Compilación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E61AF6-3BD2-4CEC-96FB-EF725C93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76450"/>
            <a:ext cx="3257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Release correcto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Clippy sin advertencias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D2E7E8-21C0-4862-A09F-1B012102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28750"/>
            <a:ext cx="3714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C6FE65-770D-4C1A-9E27-633CEF0B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287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AD4889-6CCC-4B13-81DA-1BFF3797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38300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Restauración virtual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C699B1-0CA7-4230-80EE-7841BB27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76450"/>
            <a:ext cx="3257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GPT · exFAT · JORGITO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Imagen desmontada al finalizar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CC0E89-D0BE-4065-AD68-5F6E3392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14750"/>
            <a:ext cx="3714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FBFA65-290C-46CC-9A52-B92F5185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147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C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C06B8E-B26A-4E2C-AFBC-70F829A7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924300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Fallos controlados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186782-060E-432B-9D35-AA9F3B5E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62450"/>
            <a:ext cx="3257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Rutas inválidas y cambios de letra se controlan sin cerrar el panel.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7B7A7C-8192-4E2D-BB8C-0C9CB1BC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14750"/>
            <a:ext cx="3714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4CE592-94AC-45E2-B495-D7E49A3C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147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1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2127BA-CFC1-4F04-9EF5-3C97E87D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924300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USB física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9CFE93-DDE1-40AA-B4CD-65423C68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362450"/>
            <a:ext cx="3257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Tres casos de acceso, desmontaje, reconexión y release aprobado.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DA6659-EF50-42BC-A30E-A2E686A8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84C4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84C4C"/>
                </a:solidFill>
                <a:latin typeface="Aptos"/>
                <a:ea typeface="Aptos"/>
                <a:cs typeface="Aptos"/>
              </a:rPr>
              <a:t>Límite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88682D-B812-4DA3-A2BC-ED9C9225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0050"/>
            <a:ext cx="1952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El binario de desarrollo todavía no tiene firma propia.</a:t>
            </a:r>
          </a:p>
        </p:txBody>
      </p:sp>
    </p:spTree>
    <p:extLst>
      <p:ext uri="{BB962C8B-B14F-4D97-AF65-F5344CB8AC3E}">
        <p14:creationId xmlns:p14="http://schemas.microsoft.com/office/powerpoint/2010/main" val="15678859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420357-10A1-4810-88DE-E98DB5E7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499286-E4F5-4328-BA25-AC883060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Resultado final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E7096A-288B-48E5-B784-4FAA2A9D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87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El release final quedó validado de extremo a extremo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B0297B-9A5A-427D-A1A0-7C85A3C9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C99B87-0CF7-43CA-9AE5-618417E8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264419-28EB-4115-956A-1865576E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504950"/>
            <a:ext cx="9867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Tres resultados: contraseña inválida, señuelo exterior y volumen oculto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ACCAB7-941D-4529-AC67-796BDC90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26151B-A395-459E-9EC4-EC72D284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9867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Lethe mantiene las contraseñas fuera de sus procesos y registros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52D195-9302-4BBE-AA2E-8CDBA4C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97369A-6A33-4908-BD90-EB10F869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00350"/>
            <a:ext cx="9867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La escritura permanece deshabilitada por defecto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237C73-87C3-474B-BF7E-0921AF05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7BAE55-E45D-4AA8-B9F4-DE43ED0F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48050"/>
            <a:ext cx="9867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El panel consulta el montaje real y permite desmontarlo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BA9B8B-6E43-4B0D-BF0A-8C3C4A70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C2B793-301E-4C62-82B3-0C31F1A9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0"/>
            <a:ext cx="9867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Firma de código y auditoría externa permanecen como mejoras opcionales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5A0C40-90F7-49EF-B75C-C0F04D63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91125"/>
            <a:ext cx="8763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02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7E692C-7424-47F8-8872-05040860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81625"/>
            <a:ext cx="819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JORGITO LISTA PARA USO CIFRADO</a:t>
            </a:r>
          </a:p>
        </p:txBody>
      </p:sp>
    </p:spTree>
    <p:extLst>
      <p:ext uri="{BB962C8B-B14F-4D97-AF65-F5344CB8AC3E}">
        <p14:creationId xmlns:p14="http://schemas.microsoft.com/office/powerpoint/2010/main" val="10327318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2026-09-30T03:33:53.7540000Z</dcterms:created>
  <dcterms:modified xsi:type="dcterms:W3CDTF">2026-09-30T03:33:53.7550000Z</dcterms:modified>
</coreProperties>
</file>